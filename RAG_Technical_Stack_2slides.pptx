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stack (user-provided).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stack (user-provided).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Technical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stack for ingestion, retrieval, and agentic orchestration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2579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225796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942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(TSX)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(Auth)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3076" y="1417320"/>
            <a:ext cx="522579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417320"/>
            <a:ext cx="5225796" cy="1645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3116" y="173736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&amp;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88836" y="2194560"/>
            <a:ext cx="44942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(document storage)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2579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60520"/>
            <a:ext cx="5225796" cy="16459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8056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4942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(task queue)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(broker / cache)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ingestion &amp; indexing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3076" y="4160520"/>
            <a:ext cx="5225796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3076" y="4160520"/>
            <a:ext cx="5225796" cy="16459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3116" y="448056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88836" y="4937760"/>
            <a:ext cx="44942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(containerization)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Fargate (serverless containers)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API + worker services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reliability, traceability, and scalable retrieval quality.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Stack + Quality, Safety &amp; Observability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reranking, guardrails, and evaluation-driven iteration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2579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5225796" cy="164592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AI/ML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4942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(LLM + embeddings)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(vectorization)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model (top‑k refinement)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(rerank / embeddings options)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(retrieval + tools)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(agentic workflows)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Unstructured.io (document preprocessing)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3076" y="1463040"/>
            <a:ext cx="5225796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3076" y="1463040"/>
            <a:ext cx="5225796" cy="164592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3116" y="178308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Safety &amp; Observability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88836" y="2240280"/>
            <a:ext cx="44942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(input/output policies &amp; grounding checks)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for RAG (retrieval + answer faithfulness)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(tracing, debugging, eval runs)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latency, tokens, errors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loop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9087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5166360"/>
            <a:ext cx="10268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(simplified)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56841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57425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3145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4146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54730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0450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1451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52035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7755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48756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49340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5060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46061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46645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2365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43366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43950" y="5623560"/>
            <a:ext cx="1187577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89670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40671" y="5966460"/>
            <a:ext cx="914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41255" y="5623560"/>
            <a:ext cx="1187577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86975" y="5696712"/>
            <a:ext cx="10961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RAG Project</dc:creator>
  <cp:lastModifiedBy>RAG Project</cp:lastModifiedBy>
  <cp:revision>1</cp:revision>
  <dcterms:created xsi:type="dcterms:W3CDTF">2026-02-05T12:39:27Z</dcterms:created>
  <dcterms:modified xsi:type="dcterms:W3CDTF">2026-02-05T12:39:27Z</dcterms:modified>
</cp:coreProperties>
</file>